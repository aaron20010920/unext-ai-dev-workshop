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開場就把終點講出來：今天走出這個房間，你有一個網址。不是投影片、不是截圖。</a:t>
            </a:r>
          </a:p>
          <a:p>
            <a:r>
              <a:t>右下角那個 QR 現在就叫他們掃 —— 掃進去按 Fork，今天所有東西都在裡面。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四格帶過，不要念履歷。</a:t>
            </a:r>
          </a:p>
          <a:p>
            <a:r>
              <a:t>產業那行是重點：他們即將進不同的公司，看到「同一套方法用在八個不同產業」比聽我做過什麼產品有用。</a:t>
            </a:r>
          </a:p>
          <a:p>
            <a:r>
              <a:t>要講的只有一句：我不是因為很會寫 code 才做得出 AI 產品，是因為我知道要做什麼。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帶做，不是唸清單。我在台上做一次，他們跟一次，大約 10 分鐘。</a:t>
            </a:r>
          </a:p>
          <a:p>
            <a:r>
              <a:t>先舉手分流：有付費 AI 助手的舉手（Codex／Claude Code／Cursor 都算）。</a:t>
            </a:r>
          </a:p>
          <a:p>
            <a:r>
              <a:t>沒有的人今天走 Ⓑ，做得完，只是改 code 要自己複製貼上 —— 不要讓他們覺得低人一等。</a:t>
            </a:r>
          </a:p>
          <a:p>
            <a:r>
              <a:t>順序：① GitHub 帳號 ② 有付費的按 ChatGPT 桌面版下載（要幾分鐘，讓它在背景跑）③ Groq key：console.groq.com → API Keys → Create API Key，產完先貼到自己的記事本。</a:t>
            </a:r>
          </a:p>
          <a:p>
            <a:r>
              <a:t>然後翻下一頁，剩下的四個 CLI 全部交給 Codex 裝 —— 這就是上週那件事的延伸：以前要工程師開終端機打指令，現在你講中文。</a:t>
            </a:r>
          </a:p>
          <a:p>
            <a:r>
              <a:t>額度講法：免費方案上限是每天 1,000 次，但同時還有每分鐘次數與 token 限制—— 現場比較容易撞到的是「每分鐘」那條，不是一天 1,000。</a:t>
            </a:r>
          </a:p>
          <a:p>
            <a:r>
              <a:t>⚠️ 14:30-15:00 全國網路降速演習，那半小時不要指望下載—— 這就是為什麼現在裝。</a:t>
            </a:r>
          </a:p>
          <a:p>
            <a:r>
              <a:t>公司筆電鎖權限裝不了的人舉手，我給他 Vercel Drop 那條路。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為什麼用桌面版而不是網頁版：桌面版看得到、也改得動你本機的檔案，</a:t>
            </a:r>
          </a:p>
          <a:p>
            <a:r>
              <a:t>所以流程是「它改 → 你看 → 接受」，不用把 code 複製來複製去。</a:t>
            </a:r>
          </a:p>
          <a:p>
            <a:r>
              <a:t>額度要老實講：免費約 10 次／天，反覆試錯很容易用完。有 Plus 的人會順很多，但不要讓沒付費的人覺得今天做不完—— Plan B（普通對話 + 貼回 GitHub 網頁編輯）是真的可行。</a:t>
            </a:r>
          </a:p>
          <a:p>
            <a:r>
              <a:t>⚠️ 講完這頁直接翻下一頁貼 Prompt 0，不要停 —— 裝機要最早開始跑。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這頁的意義不只是省事：它讓「你不必會終端機」在開場第一分鐘就被證明一次。</a:t>
            </a:r>
          </a:p>
          <a:p>
            <a:r>
              <a:t>我在台上貼一次給他們看，Codex 會逐步回報它要做什麼 —— 叫他們讀它的回報，不要無腦按同意，這就是今天一直要練的驗收。</a:t>
            </a:r>
          </a:p>
          <a:p>
            <a:r>
              <a:t>⚠️ 兩件事 Codex 幫不了：帳號要自己註冊、ChatGPT 桌面版要自己裝（Codex 就住在裡面）。所以那兩件才是上一頁的內容。</a:t>
            </a:r>
          </a:p>
          <a:p>
            <a:r>
              <a:t>全文在 repo 的 docs/02-prompts.md（Prompt 0），叫他們去複製，不要照打。</a:t>
            </a:r>
          </a:p>
          <a:p>
            <a:r>
              <a:t>公司筆電擋 npm 全域安裝的人，等一下走 Vercel Drop。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這條路要當成正規路線講，不是「可憐的備案」——它少的只是「AI 直接改你的檔案」，其餘完全一樣。</a:t>
            </a:r>
          </a:p>
          <a:p>
            <a:r>
              <a:t>第 5 步的 prompt 給他們：「這是我的 檔名，內容如下：…。我要改成 ___。請回我完整的檔案內容，不要只給片段。」</a:t>
            </a:r>
          </a:p>
          <a:p>
            <a:r>
              <a:t>Root Directory 那步是這條路唯一會死的地方，我要走到每個人旁邊確認。</a:t>
            </a:r>
          </a:p>
          <a:p>
            <a:r>
              <a:t>分組建議：有付費的跟沒付費的坐一起，Ⓐ 的人做完可以幫旁邊的看。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這裡真的打開一個做好的範例網站，現場輸入東西、AI 回話。先讓他們看到終點，後面所有步驟才有意義。</a:t>
            </a:r>
          </a:p>
          <a:p>
            <a:r>
              <a:t>⚠️ 開場前先自己按一次送出確認它活著：starter-kit-kappa.vercel.app（Vercel 專案 starter-kit）。</a:t>
            </a:r>
          </a:p>
          <a:p>
            <a:r>
              <a:t>若回「還沒設定 GROQ_API_KEY」= 那個專案的 key 過期了 —— Vercel → starter-kit → Settings → Environment Variables → GROQ_API_KEY（Production）→ 存檔 → Deployments → ⋯ → Redeploy，約 1 分鐘。</a:t>
            </a:r>
          </a:p>
          <a:p>
            <a:r>
              <a:t>真的來不及就跳過示範，直接翻到下一頁講「今天結束你會有一個網址」，等他們自己的站活起來再回頭看 —— 不要在台上卡著等部署。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這四個字今天會一直出現，所以先講完，後面就不用停下來解釋。</a:t>
            </a:r>
          </a:p>
          <a:p>
            <a:r>
              <a:t>重點不是要他們懂 git，是要他們知道「東西放在哪、AI 改的東西為什麼要我按同意」。</a:t>
            </a:r>
          </a:p>
          <a:p>
            <a:r>
              <a:t>講 PR 的時候強調：這就是你的驗收關卡 —— AI 沒有權限直接改你的東西。</a:t>
            </a:r>
          </a:p>
          <a:p>
            <a:r>
              <a:t>當場帶他們 fork，確認每個人都拿到自己那一份再往下走。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巡場只問一句：你今天要帶走的那一塊，是什麼？做完能解決你哪個痛點？</a:t>
            </a:r>
          </a:p>
          <a:p>
            <a:r>
              <a:t>台下大多是學生／研究生／剛畢業，別用「你公司的工作流程」舉例 —— 他們接不上。</a:t>
            </a:r>
          </a:p>
          <a:p>
            <a:r>
              <a:t>給得出來的題目：讀論文摘要整理、上課筆記整理成待辦、社團活動報名表彙整、</a:t>
            </a:r>
          </a:p>
          <a:p>
            <a:r>
              <a:t>履歷條列改寫、實習週報草稿、讀書會分工表 —— 都是一個輸入框就能做的形狀。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這頁只要留下一個名字（Supabase）跟一句話（幫我接）。</a:t>
            </a:r>
          </a:p>
          <a:p>
            <a:r>
              <a:t>不要展開比較 Upstash / Neon —— 他們今天用不到，講了只是雜訊，真的要用的時候問 Codex 就好。</a:t>
            </a:r>
          </a:p>
          <a:p>
            <a:r>
              <a:t>RLS 那句是唯一必須從我嘴裡出去的：Supabase 的 anon key 是設計上放前端的，所以擋人的那層叫 RLS。⚠️ 不要假設它開著：從後台 Table Editor 建表通常會幫你開，自己下 SQL 建的就要自己開 —— 兩種都要親自確認過。</a:t>
            </a:r>
          </a:p>
          <a:p>
            <a:r>
              <a:t>⚠️ 我自己要記得：Vercel KV / Vercel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UNEXT 見習生職涯沙龍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5400" b="1">
                <a:solidFill>
                  <a:srgbClr val="1A1A1A"/>
                </a:solidFill>
                <a:latin typeface="Helvetica Neue"/>
                <a:ea typeface="Noto Sans TC"/>
              </a:rPr>
              <a:t>AI 開發實戰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>
                <a:solidFill>
                  <a:srgbClr val="4A4A4A"/>
                </a:solidFill>
                <a:latin typeface="Helvetica Neue"/>
                <a:ea typeface="Noto Sans TC"/>
              </a:rPr>
              <a:t>打造第一個 AI 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8/13（四）13:30-17:00 · 蔡子揚 Young</a:t>
            </a:r>
          </a:p>
        </p:txBody>
      </p:sp>
      <p:pic>
        <p:nvPicPr>
          <p:cNvPr id="8" name="Picture 7" descr="qr-repo-un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蔡子揚 Young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硬體韌體
2009-2015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全端 · 資料
PM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產品長
AI 長
副執行長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AI 產品顧問
AI 獨立開發者
AI 創業者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接過的產業：教育 · 醫療 · 金融 · 製造
我做的事：把想法變成真的能用的產品 —— 從規格到上線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開工前：先確認你走哪一條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Ⓐ 有付費 AI 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6956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Codex（ChatGPT 桌面版）／Claude Code／Cursor 都可以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064507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全程交辦：它幫你裝、幫你改、幫你部署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759451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你只要看它做什麼、說可以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Ⓑ 沒有付費的（零安裝）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6956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電腦什麼都不用裝，只要瀏覽器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064507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Fork → Vercel 網頁 Import → 上線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759451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改 code 用免費對話（ChatGPT／Claude／Gemini）貼回 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兩條路的終點一樣：一個別人打得開、有 AI 在裡面的網址
共同要的只有兩個：GitHub 帳號　＋　Groq key（console.groq.com，免費）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Ⓐ Codex 桌面版：AI 直接改你電腦上的檔案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今天所有事情都在這一個對話框裡發生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chatgpt.com/download 下載 ChatGPT 桌面版（Mac / Windows）並登入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左邊選 Codex —— 它跟網頁版的差別是看得到、也改得動你本機的檔案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先按「開啟資料夾」隨便選一個空資料夾（等它幫你下載專案後再切過去）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之後每一件事都是：貼一段話 → 看它要做什麼 → 讓它做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Codex 額度依方案、模型、任務大小而變 —— 一次交辦一件小事最省
快用完時改用較小的模型，或看 usage dashboard；真的用光看 QUICKSTART 的 Plan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Ⓐ Prompt 0：叫 Codex 裝環境 ＋ 拿專案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走 Ⓑ 的人跳過這兩頁 —— 你的路線在下一頁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56616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請幫我把開發環境準備好。我不會用終端機，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每一步先講你要做什麼再執行。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1. 先「只檢查、不要安裝」：node -v、git -v、gh --version、vercel -v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整理成「✅ 已有 / ⚠️ 缺少」給我看，然後停下來等我說繼續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2. 我說繼續，才裝缺的那幾個（自己判斷 macOS 還是 Windows）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要管理員密碼、或裝不動，就停下來告訴我，不要硬試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3. 帶我登入 gh 跟 vercel，要點同意時停下來說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4. fork 並下載這個 repo：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github.com/young-ai-courses/unext-ai-dev-workshop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5. 告訴我四個版本號，還有專案放在哪個路徑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566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裝不動不要卡 —— 公司筆電擋安裝就舉手，改走「網頁 Import」那條，一樣做得完
過關條件：四個版本號都有，而且它抓得到你的 GitHub 帳號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Ⓑ 零安裝路線：全程瀏覽器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電腦什麼都不用裝，終點跟 Ⓐ 一樣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402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在 GitHub 網頁按 Fork（課程 repo 右上角）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9806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88036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77977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到 vercel.com/new → Import 你 fork 的那個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3814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5204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41985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🔴 Root Directory 選 starter-kit（漏了會部署成 404）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7822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1605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05993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Environment Variables 加 GROQ_API_KEY → Deploy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71830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2144" y="48006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470001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要改東西：把檔案內容貼進免費對話，請它回完整檔案 → 回 GitHub 用鉛筆改 → 存檔即自動重新部署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免費對話都可以：ChatGPT／Claude／Gemini —— 差別只是它看不到你的專案，所以你要把檔案貼給它
全程沒有終端機、沒有安裝，公司或學校鎖權限的筆電也走得完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今天結束，你會有一個網址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483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別人打得開、能操作、真的有 AI 在裡面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484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397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而且你不會寫一行程式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40485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7398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不是投影片、不是截圖、不是「回家再做」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8486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5399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是一個現在就能傳給朋友的網址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C2410C"/>
                </a:solidFill>
                <a:latin typeface="Helvetica Neue"/>
                <a:ea typeface="Noto Sans TC"/>
              </a:rPr>
              <a:t>我先打開我做的那個給你們看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今天會用到 GitHub，先講四個字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39696"/>
          <a:ext cx="10332720" cy="3017515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8229600"/>
              </a:tblGrid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這個字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白話講就是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repo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一個專案的資料夾 —— 今天的課程資料就放在一個 repo 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fork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按一下，把那個資料夾複製一份，變成你的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PR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改完不會直接動你的東西，先放進「等你同意」的清單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push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你改完送上去 —— 一送上去，你的網站就自動重新上線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632704"/>
            <a:ext cx="103628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課程 repo：github.com/young-ai-courses/unext-ai-dev-workshop
裡面有：QUICKSTART（上線步驟）· 11 支 prompt · 卡住看 troubleshooting
你不必自己按 Fork —— 剛剛那支 Prompt 0 就是叫 Codex 幫你 fork 跟下載</a:t>
            </a:r>
          </a:p>
        </p:txBody>
      </p:sp>
      <p:pic>
        <p:nvPicPr>
          <p:cNvPr id="7" name="Picture 6" descr="qr-repo-un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210312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59975" y="35844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>
                <a:solidFill>
                  <a:srgbClr val="C2410C"/>
                </a:solidFill>
                <a:latin typeface="Helvetica Neue"/>
                <a:ea typeface="Noto Sans TC"/>
              </a:rPr>
              <a:t>掃我看內容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動手：25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021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想一件你每週都要重複做、很煩的事（作業／報告／社團行政都算）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2186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76605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0357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開 ChatGPT / Claude 新對話 → 貼訪談員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8574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32994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26745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它問你 6 題，你老實答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49623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389381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831335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拿到 PRD → 用 A-F 六格逐條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41350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2144" y="44577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0512" y="439521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不對的地方叫它改（一次只講一節）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97738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52144" y="50215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0512" y="495909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存成你 repo 的 SPEC.md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腦袋空白的人舉手 → 我給你暖身 prompt（repo 的 Prompt 2）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 review 過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Codex
改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你看 diff
沒問題才收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別人打得開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你只做兩個動作：把 SPEC 給 Codex、看過 diff 說 OK
push 之後每一步都是自動發生的 —— 這叫 CI/CD
（正式團隊還會加一層 PR review，今天走最短路先讓它活著）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動手：30 分鐘，讓它活著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貼在同一個地方：ChatGPT 桌面版 → Codex → 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production；問到專案根目錄要選哪個，選 starter-kit，其餘用預設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要加 GROQ_API_KEY 的時候停下來告訴我，我自己去 Vercel 貼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不要問我 key、不要把它寫進任何檔案或印出來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我說加好了，你再部署一次 production 讓它生效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2432"/>
            <a:ext cx="10362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key 你自己到後台貼，不經過 AI 對話 —— 這是今天唯一不能外包的事
網站 → Vercel 專案 Settings → Environment Variables　｜　排程 → GitHub repo Settings → Secrets and variables → Actions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Codex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在 Codex 貼上你 review 過的 SPEC，加一句「先複述你的理解，等我說開始」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它改完會給你 diff（哪幾個檔、改了什麼）→ 你看過再接受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接受後 push → Vercel 自動重新部署，30 秒後重新整理你的網址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你的電腦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Codex 改 code
vercel CLI 部署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今天這版，他的瀏覽器只打 ③
未來前端若直接接 ⑤，就得靠 RLS 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換一個 AI＝改一段話（不用改程式邏輯）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說：把 AI 的角色設定換成這段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✓「先找出上一個能動的版本，說明要退哪些檔，等我確認」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「那我打的東西存哪？」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0733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今天沒有資料庫 —— 這是刻意的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82549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65785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「輸入 → AI → 看結果」這形狀已經有用，今天做得完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34365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17601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加資料庫要裝服務、接環境變數，至少 40 分鐘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977639"/>
            <a:ext cx="10362895" cy="1572768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187952"/>
            <a:ext cx="953993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要存東西的時候，用 Supabase
你不用先學它 —— 跟 Codex 說：「我要記住上次打的，幫我接 Supabase」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79008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⚠️ 唯一要記住的一件事：建完表一定要開 RLS，否則任何人都讀得走你的資料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我用來教學的五層地圖（不是官方標準名詞）——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就是一個例子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CI、權限、工具限制都算，綠勾勾是一種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上線步驟從頭到尾
docs/02-prompts　今天用到的每一支 prompt
docs/03-troubleshooting　卡住了看這裡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