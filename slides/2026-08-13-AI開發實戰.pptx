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先舉手分流：有付費 AI 助手的舉手（Codex／Claude Code／Cursor 都算）。</a:t>
            </a:r>
          </a:p>
          <a:p>
            <a:r>
              <a:t>沒有的人今天走 Ⓑ，做得完，只是改 code 要自己複製貼上 —— 不要讓他們覺得低人一等。</a:t>
            </a:r>
          </a:p>
          <a:p>
            <a:r>
              <a:t>順序：① GitHub 帳號 ② 有付費的按 ChatGPT 桌面版下載（要幾分鐘，讓它在背景跑）③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額度講法：免費方案上限是每天 1,000 次，但同時還有每分鐘次數與 token 限制—— 現場比較容易撞到的是「每分鐘」那條，不是一天 1,000。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這條路要當成正規路線講，不是「可憐的備案」——它少的只是「AI 直接改你的檔案」，其餘完全一樣。</a:t>
            </a:r>
          </a:p>
          <a:p>
            <a:r>
              <a:t>第 5 步的 prompt 給他們：「這是我的 檔名，內容如下：…。我要改成 ___。請回我完整的檔案內容，不要只給片段。」</a:t>
            </a:r>
          </a:p>
          <a:p>
            <a:r>
              <a:t>Root Directory 那步是這條路唯一會死的地方，我要走到每個人旁邊確認。</a:t>
            </a:r>
          </a:p>
          <a:p>
            <a:r>
              <a:t>分組建議：有付費的跟沒付費的坐一起，Ⓐ 的人做完可以幫旁邊的看。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  <a:p>
            <a:r>
              <a:t>⚠️ 開場前先自己按一次送出確認它活著：starter-kit-kappa.vercel.app（Vercel 專案 starter-kit）。</a:t>
            </a:r>
          </a:p>
          <a:p>
            <a:r>
              <a:t>若回「還沒設定 GROQ_API_KEY」= 那個專案的 key 過期了 —— Vercel → starter-kit → Settings → Environment Variables → GROQ_API_KEY（Production）→ 存檔 → Deployments → ⋯ → Redeploy，約 1 分鐘。</a:t>
            </a:r>
          </a:p>
          <a:p>
            <a:r>
              <a:t>真的來不及就跳過示範，直接翻到下一頁講「今天結束你會有一個網址」，等他們自己的站活起來再回頭看 —— 不要在台上卡著等部署。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重點是把野心壓下來：形狀不變（一個輸入框、一次 AI 呼叫、一張表），</a:t>
            </a:r>
          </a:p>
          <a:p>
            <a:r>
              <a:t>只換「整理什麼」跟「哪幾欄」—— 這樣每個人 25 分鐘都寫得出 SPEC，也真的做得完。</a:t>
            </a:r>
          </a:p>
          <a:p>
            <a:r>
              <a:t>巡場只問一句：你要它整理什麼？輸出哪幾欄？講得出來就可以動手了。</a:t>
            </a:r>
          </a:p>
          <a:p>
            <a:r>
              <a:t>有人想做更大的（要登入、要資料庫、要多步驟）→ 記在紙上當作業，今天不做。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RLS。⚠️ 不要假設它開著：從後台 Table Editor 建表通常會幫你開，自己下 SQL 建的就要自己開 —— 兩種都要親自確認過。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開工前：先確認你走哪一條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Ⓐ 有付費 AI 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Codex（ChatGPT 桌面版）／Claude Code／Cursor 都可以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全程交辦：它幫你裝、幫你改、幫你部署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你只要看它做什麼、說可以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Ⓑ 沒有付費的（零安裝）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電腦什麼都不用裝，只要瀏覽器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Fork → Vercel 網頁 Import → 上線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改 code 用免費對話（ChatGPT／Claude／Gemini）貼回 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兩條路的終點一樣：一個別人打得開、有 AI 在裡面的網址
共同要的只有兩個：GitHub 帳號　＋　Groq key（console.groq.com，免費）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dashboard；真的用光看 QUICKSTART 的 Plan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走 Ⓑ 的人跳過這兩頁 —— 你的路線在下一頁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5661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請幫我把開發環境準備好。我不會用終端機，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1. 先「只檢查、不要安裝」：node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整理成「✅ 已有 / ⚠️ 缺少」給我看，然後停下來等我說繼續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2. 我說繼續，才裝缺的那幾個（自己判斷 macOS 還是 Windows）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要管理員密碼、或裝不動，就停下來告訴我，不要硬試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5. 告訴我四個版本號，還有專案放在哪個路徑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566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裝不動不要卡 —— 公司筆電擋安裝就舉手，改走「網頁 Import」那條，一樣做得完
過關條件：四個版本號都有，而且它抓得到你的 GitHub 帳號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Ⓑ 零安裝路線：全程瀏覽器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電腦什麼都不用裝，終點跟 Ⓐ 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402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GitHub 網頁按 Fork（課程 repo 右上角）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9806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8036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7977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到 vercel.com/new → Import 你 fork 的那個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3814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5204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41985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🔴 Root Directory 選 starter-kit（漏了會部署成 404）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7822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1605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5993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Environment Variables 加 GROQ_API_KEY →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1830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8006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70001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要改東西：把檔案內容貼進免費對話，請它回完整檔案 → 回 GitHub 用鉛筆改 → 存檔即自動重新部署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免費對話都可以：ChatGPT／Claude／Gemini —— 差別只是它看不到你的專案，所以你要把檔案貼給它
全程沒有終端機、沒有安裝，公司或學校鎖權限的筆電也走得完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你不必自己按 Fork —— 剛剛那支 Prompt 0 就是叫 Codex 幫你 fork 跟下載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全班同一個形狀，你只換它幫你整理什麼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44852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形狀固定：貼一段亂七八糟的文字 → AI 整理成一張表格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07208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94076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88920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你只決定兩件事：整理「什麼」、輸出「哪幾欄」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56432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5433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438144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想不到就用預設：會議筆記 → 待辦 / 決議 / 待確認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05655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192523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87368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把這兩件事寫成三行，就是你今天的 SPEC.md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54879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841748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736592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用 A-F 六格檢查一遍，特別是 F：三條驗收條件寫得出來嗎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換個整理對象就是新東西：課堂筆記 → 重點／作業／要問老師的　·　客服訊息 → 急件／一般／可忽略
要做更複雜的再用訪談員 prompt 產完整 PRD（repo 的 Prompt 1），今天先求做得完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你看 diff
沒問題才收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Codex、看過 diff 說 OK
push 之後每一步都是自動發生的 —— 這叫 CI/CD
（正式團隊還會加一層 PR review，今天走最短路先讓它活著）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Ⓐ 貼在同一個地方：Codex 對話框　｜　Ⓑ 你已經上線了，回第 6 頁改東西那步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Codex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就是一個例子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CI、權限、工具限制都算，綠勾勾是一種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